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71" r:id="rId2"/>
    <p:sldId id="272" r:id="rId3"/>
    <p:sldId id="273" r:id="rId4"/>
    <p:sldId id="274" r:id="rId5"/>
    <p:sldId id="275" r:id="rId6"/>
    <p:sldId id="276" r:id="rId7"/>
    <p:sldId id="277" r:id="rId8"/>
    <p:sldId id="279" r:id="rId9"/>
    <p:sldId id="280" r:id="rId10"/>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B8A"/>
    <a:srgbClr val="73DBB1"/>
    <a:srgbClr val="94E4C4"/>
    <a:srgbClr val="C2F0DD"/>
    <a:srgbClr val="49D198"/>
    <a:srgbClr val="1A6847"/>
    <a:srgbClr val="134E35"/>
    <a:srgbClr val="0D3423"/>
    <a:srgbClr val="1AEA5A"/>
    <a:srgbClr val="11B7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6E4E38-FED3-40A7-A37A-8E8E3BDD86D3}" type="doc">
      <dgm:prSet loTypeId="urn:microsoft.com/office/officeart/2005/8/layout/chevron2" loCatId="process" qsTypeId="urn:microsoft.com/office/officeart/2005/8/quickstyle/simple5" qsCatId="simple" csTypeId="urn:microsoft.com/office/officeart/2005/8/colors/accent1_2" csCatId="accent1" phldr="1"/>
      <dgm:spPr/>
      <dgm:t>
        <a:bodyPr/>
        <a:lstStyle/>
        <a:p>
          <a:endParaRPr lang="en-IL"/>
        </a:p>
      </dgm:t>
    </dgm:pt>
    <dgm:pt modelId="{0A3996D0-E29F-4576-A751-D0ED149CAB96}">
      <dgm:prSet phldrT="[Text]" phldr="0"/>
      <dgm:spPr>
        <a:solidFill>
          <a:srgbClr val="134E35"/>
        </a:solidFill>
        <a:ln>
          <a:solidFill>
            <a:schemeClr val="tx1"/>
          </a:solidFill>
        </a:ln>
      </dgm:spPr>
      <dgm:t>
        <a:bodyPr/>
        <a:lstStyle/>
        <a:p>
          <a:r>
            <a:rPr lang="en-US" dirty="0">
              <a:ln w="3175">
                <a:noFill/>
              </a:ln>
              <a:solidFill>
                <a:schemeClr val="bg1">
                  <a:alpha val="97000"/>
                </a:schemeClr>
              </a:solidFill>
            </a:rPr>
            <a:t>Enterprise software system</a:t>
          </a:r>
          <a:endParaRPr lang="en-IL" dirty="0">
            <a:ln w="3175">
              <a:noFill/>
            </a:ln>
            <a:solidFill>
              <a:schemeClr val="bg1">
                <a:alpha val="97000"/>
              </a:schemeClr>
            </a:solidFill>
          </a:endParaRPr>
        </a:p>
      </dgm:t>
    </dgm:pt>
    <dgm:pt modelId="{E1945CE9-AA62-4554-B932-0B7992CD5686}" type="sibTrans" cxnId="{2497F6C6-D6D4-4C0C-9D30-3C9DC708E762}">
      <dgm:prSet/>
      <dgm:spPr/>
      <dgm:t>
        <a:bodyPr/>
        <a:lstStyle/>
        <a:p>
          <a:endParaRPr lang="en-IL"/>
        </a:p>
      </dgm:t>
    </dgm:pt>
    <dgm:pt modelId="{4C1FE079-9FF9-49F1-AA5E-3CF88EFB3B7D}" type="parTrans" cxnId="{2497F6C6-D6D4-4C0C-9D30-3C9DC708E762}">
      <dgm:prSet/>
      <dgm:spPr/>
      <dgm:t>
        <a:bodyPr/>
        <a:lstStyle/>
        <a:p>
          <a:endParaRPr lang="en-IL"/>
        </a:p>
      </dgm:t>
    </dgm:pt>
    <dgm:pt modelId="{D43BF099-46E1-4066-9B92-D9704A326D25}">
      <dgm:prSet phldrT="[Text]" phldr="0" custT="1"/>
      <dgm:spPr/>
      <dgm:t>
        <a:bodyPr/>
        <a:lstStyle/>
        <a:p>
          <a:r>
            <a:rPr lang="en-US" sz="1050" b="1" u="sng" dirty="0"/>
            <a:t>BI (business intelligence)</a:t>
          </a:r>
          <a:r>
            <a:rPr lang="en-US" sz="1050" dirty="0"/>
            <a:t>:</a:t>
          </a:r>
          <a:br>
            <a:rPr lang="en-US" sz="1050" dirty="0"/>
          </a:br>
          <a:r>
            <a:rPr lang="en-US" sz="1050" b="0" i="0" dirty="0"/>
            <a:t>Business Intelligence system for analyzing and presenting complex data</a:t>
          </a:r>
          <a:endParaRPr lang="en-IL" sz="1050" dirty="0"/>
        </a:p>
      </dgm:t>
    </dgm:pt>
    <dgm:pt modelId="{57EFBB02-DB4E-4220-B583-3B0481F6C297}" type="sibTrans" cxnId="{91A1E420-5B35-44F1-8F1D-4A0CFE34FE48}">
      <dgm:prSet/>
      <dgm:spPr/>
      <dgm:t>
        <a:bodyPr/>
        <a:lstStyle/>
        <a:p>
          <a:endParaRPr lang="en-IL"/>
        </a:p>
      </dgm:t>
    </dgm:pt>
    <dgm:pt modelId="{5D3CD114-02F4-40E4-BC69-4C0B149161F6}" type="parTrans" cxnId="{91A1E420-5B35-44F1-8F1D-4A0CFE34FE48}">
      <dgm:prSet/>
      <dgm:spPr/>
      <dgm:t>
        <a:bodyPr/>
        <a:lstStyle/>
        <a:p>
          <a:endParaRPr lang="en-IL"/>
        </a:p>
      </dgm:t>
    </dgm:pt>
    <dgm:pt modelId="{50E0263F-7D87-4773-9095-E1DA9D22A3F7}">
      <dgm:prSet phldrT="[Text]" phldr="0"/>
      <dgm:spPr>
        <a:solidFill>
          <a:srgbClr val="1A6847"/>
        </a:solidFill>
        <a:ln>
          <a:solidFill>
            <a:schemeClr val="tx1"/>
          </a:solidFill>
        </a:ln>
      </dgm:spPr>
      <dgm:t>
        <a:bodyPr/>
        <a:lstStyle/>
        <a:p>
          <a:r>
            <a:rPr lang="en-US" dirty="0">
              <a:ln w="3175">
                <a:noFill/>
              </a:ln>
              <a:solidFill>
                <a:schemeClr val="bg1">
                  <a:alpha val="97000"/>
                </a:schemeClr>
              </a:solidFill>
            </a:rPr>
            <a:t>Industries</a:t>
          </a:r>
          <a:endParaRPr lang="en-IL" dirty="0">
            <a:ln w="3175">
              <a:noFill/>
            </a:ln>
            <a:solidFill>
              <a:schemeClr val="bg1">
                <a:alpha val="97000"/>
              </a:schemeClr>
            </a:solidFill>
          </a:endParaRPr>
        </a:p>
      </dgm:t>
    </dgm:pt>
    <dgm:pt modelId="{F04E5B6F-7770-45F8-907A-D774BE2E058B}" type="sibTrans" cxnId="{75959836-AC2A-4750-8AAB-606451EC2EE3}">
      <dgm:prSet/>
      <dgm:spPr/>
      <dgm:t>
        <a:bodyPr/>
        <a:lstStyle/>
        <a:p>
          <a:endParaRPr lang="en-IL"/>
        </a:p>
      </dgm:t>
    </dgm:pt>
    <dgm:pt modelId="{AAB3F334-8FFF-41E7-88B8-4D4E14655100}" type="parTrans" cxnId="{75959836-AC2A-4750-8AAB-606451EC2EE3}">
      <dgm:prSet/>
      <dgm:spPr/>
      <dgm:t>
        <a:bodyPr/>
        <a:lstStyle/>
        <a:p>
          <a:endParaRPr lang="en-IL"/>
        </a:p>
      </dgm:t>
    </dgm:pt>
    <dgm:pt modelId="{27ADE2C1-B4E6-48B6-8854-9235225AAEF7}">
      <dgm:prSet phldrT="[Text]" phldr="0" custT="1"/>
      <dgm:spPr/>
      <dgm:t>
        <a:bodyPr/>
        <a:lstStyle/>
        <a:p>
          <a:r>
            <a:rPr lang="en-US" sz="1050" b="1" i="0" u="sng" dirty="0"/>
            <a:t>Agriculture</a:t>
          </a:r>
          <a:r>
            <a:rPr lang="en-US" sz="1050" b="0" i="0" dirty="0"/>
            <a:t>:</a:t>
          </a:r>
          <a:br>
            <a:rPr lang="en-US" sz="1050" b="0" i="0" dirty="0"/>
          </a:br>
          <a:r>
            <a:rPr lang="en-US" sz="1050" b="0" i="0" dirty="0"/>
            <a:t>Field involved in cultivating land, raising crops, and rearing livestock for food, fiber, biofuel, and other products.</a:t>
          </a:r>
          <a:endParaRPr lang="en-IL" sz="1050" dirty="0"/>
        </a:p>
      </dgm:t>
    </dgm:pt>
    <dgm:pt modelId="{308328FC-590E-44EF-BFC2-BB69FDBC5613}" type="sibTrans" cxnId="{0D8D2566-7E28-4FFD-80BA-F65142DEADE1}">
      <dgm:prSet/>
      <dgm:spPr/>
      <dgm:t>
        <a:bodyPr/>
        <a:lstStyle/>
        <a:p>
          <a:endParaRPr lang="en-IL"/>
        </a:p>
      </dgm:t>
    </dgm:pt>
    <dgm:pt modelId="{F7791763-DFD8-41B5-942C-E37E7B2E5685}" type="parTrans" cxnId="{0D8D2566-7E28-4FFD-80BA-F65142DEADE1}">
      <dgm:prSet/>
      <dgm:spPr/>
      <dgm:t>
        <a:bodyPr/>
        <a:lstStyle/>
        <a:p>
          <a:endParaRPr lang="en-IL"/>
        </a:p>
      </dgm:t>
    </dgm:pt>
    <dgm:pt modelId="{82AE7F72-9519-44A3-94D4-2E3AF149C9C4}">
      <dgm:prSet phldrT="[Text]" phldr="0"/>
      <dgm:spPr>
        <a:solidFill>
          <a:srgbClr val="33CB8A"/>
        </a:solidFill>
        <a:ln>
          <a:solidFill>
            <a:schemeClr val="tx1"/>
          </a:solidFill>
        </a:ln>
      </dgm:spPr>
      <dgm:t>
        <a:bodyPr/>
        <a:lstStyle/>
        <a:p>
          <a:r>
            <a:rPr lang="en-US" dirty="0">
              <a:ln w="3175">
                <a:noFill/>
              </a:ln>
              <a:solidFill>
                <a:schemeClr val="bg1">
                  <a:alpha val="97000"/>
                </a:schemeClr>
              </a:solidFill>
            </a:rPr>
            <a:t>Workflow</a:t>
          </a:r>
          <a:endParaRPr lang="en-IL" dirty="0">
            <a:ln w="3175">
              <a:noFill/>
            </a:ln>
            <a:solidFill>
              <a:schemeClr val="bg1">
                <a:alpha val="97000"/>
              </a:schemeClr>
            </a:solidFill>
          </a:endParaRPr>
        </a:p>
      </dgm:t>
    </dgm:pt>
    <dgm:pt modelId="{1960BDEE-CA2F-4B08-9696-62310435CF3E}" type="sibTrans" cxnId="{29881F99-C770-41E7-ACDC-22D3C098C7BF}">
      <dgm:prSet/>
      <dgm:spPr/>
      <dgm:t>
        <a:bodyPr/>
        <a:lstStyle/>
        <a:p>
          <a:endParaRPr lang="en-IL"/>
        </a:p>
      </dgm:t>
    </dgm:pt>
    <dgm:pt modelId="{55BB17F3-1C90-4839-BBD6-C89889039F28}" type="parTrans" cxnId="{29881F99-C770-41E7-ACDC-22D3C098C7BF}">
      <dgm:prSet/>
      <dgm:spPr/>
      <dgm:t>
        <a:bodyPr/>
        <a:lstStyle/>
        <a:p>
          <a:endParaRPr lang="en-IL"/>
        </a:p>
      </dgm:t>
    </dgm:pt>
    <dgm:pt modelId="{3584432A-819E-413B-8354-641D694DBD53}">
      <dgm:prSet phldrT="[Text]" phldr="0" custT="1"/>
      <dgm:spPr/>
      <dgm:t>
        <a:bodyPr/>
        <a:lstStyle/>
        <a:p>
          <a:r>
            <a:rPr lang="en-US" sz="1050" b="1" i="0" u="sng" dirty="0"/>
            <a:t>BI System in Agriculture Industry</a:t>
          </a:r>
          <a:r>
            <a:rPr lang="en-US" sz="1050" b="0" i="0" dirty="0"/>
            <a:t>:</a:t>
          </a:r>
          <a:br>
            <a:rPr lang="en-US" sz="1050" b="0" i="0" dirty="0"/>
          </a:br>
          <a:r>
            <a:rPr lang="en-US" sz="1050" b="0" i="0" dirty="0"/>
            <a:t>This workflow involves the use of a Business Intelligence (BI) system in the Agriculture industry for analyzing and presenting complex data to make informed business decisions related to cultivating land, raising crops, and rearing livestock for food, fiber, biofuel, and other products.</a:t>
          </a:r>
          <a:endParaRPr lang="en-IL" sz="1050" dirty="0"/>
        </a:p>
      </dgm:t>
    </dgm:pt>
    <dgm:pt modelId="{A75A4AA0-2672-4A4B-9755-06A980BAC5B9}" type="sibTrans" cxnId="{ACD46B35-4C3D-4A84-9BEA-0492D93A8DF8}">
      <dgm:prSet/>
      <dgm:spPr/>
      <dgm:t>
        <a:bodyPr/>
        <a:lstStyle/>
        <a:p>
          <a:endParaRPr lang="en-IL"/>
        </a:p>
      </dgm:t>
    </dgm:pt>
    <dgm:pt modelId="{125E9EEE-5678-4CA2-91C8-6B62B4D3E262}" type="parTrans" cxnId="{ACD46B35-4C3D-4A84-9BEA-0492D93A8DF8}">
      <dgm:prSet/>
      <dgm:spPr/>
      <dgm:t>
        <a:bodyPr/>
        <a:lstStyle/>
        <a:p>
          <a:endParaRPr lang="en-IL"/>
        </a:p>
      </dgm:t>
    </dgm:pt>
    <dgm:pt modelId="{9584EDA2-825F-40B8-B685-91A3F98D605B}">
      <dgm:prSet phldrT="[Text]" phldr="0"/>
      <dgm:spPr>
        <a:solidFill>
          <a:srgbClr val="73DBB1"/>
        </a:solidFill>
        <a:ln>
          <a:solidFill>
            <a:schemeClr val="tx1"/>
          </a:solidFill>
        </a:ln>
      </dgm:spPr>
      <dgm:t>
        <a:bodyPr/>
        <a:lstStyle/>
        <a:p>
          <a:r>
            <a:rPr lang="en-US">
              <a:ln w="3175">
                <a:noFill/>
              </a:ln>
              <a:solidFill>
                <a:schemeClr val="bg1">
                  <a:alpha val="97000"/>
                </a:schemeClr>
              </a:solidFill>
            </a:rPr>
            <a:t>Component</a:t>
          </a:r>
          <a:endParaRPr lang="en-IL" dirty="0">
            <a:ln w="3175">
              <a:noFill/>
            </a:ln>
            <a:solidFill>
              <a:schemeClr val="bg1">
                <a:alpha val="97000"/>
              </a:schemeClr>
            </a:solidFill>
          </a:endParaRPr>
        </a:p>
      </dgm:t>
    </dgm:pt>
    <dgm:pt modelId="{3F2C6B14-9640-4103-BF6C-139185038198}" type="sibTrans" cxnId="{B3B71AB6-FAE1-4EE8-A20C-6C1B865B8F3C}">
      <dgm:prSet/>
      <dgm:spPr/>
      <dgm:t>
        <a:bodyPr/>
        <a:lstStyle/>
        <a:p>
          <a:endParaRPr lang="en-IL"/>
        </a:p>
      </dgm:t>
    </dgm:pt>
    <dgm:pt modelId="{B3C22177-A6C1-48BA-8A08-6CAEC8CD61B6}" type="parTrans" cxnId="{B3B71AB6-FAE1-4EE8-A20C-6C1B865B8F3C}">
      <dgm:prSet/>
      <dgm:spPr/>
      <dgm:t>
        <a:bodyPr/>
        <a:lstStyle/>
        <a:p>
          <a:endParaRPr lang="en-IL"/>
        </a:p>
      </dgm:t>
    </dgm:pt>
    <dgm:pt modelId="{247A17F8-D9B3-4C42-B224-B036F1CB1C94}">
      <dgm:prSet phldrT="[Text]" phldr="0" custT="1"/>
      <dgm:spPr/>
      <dgm:t>
        <a:bodyPr/>
        <a:lstStyle/>
        <a:p>
          <a:r>
            <a:rPr lang="en-US" sz="1000" b="1" i="0" u="sng" dirty="0"/>
            <a:t>Data Warehousing</a:t>
          </a:r>
          <a:r>
            <a:rPr lang="en-US" sz="1000" b="0" i="0" dirty="0"/>
            <a:t>:</a:t>
          </a:r>
          <a:br>
            <a:rPr lang="en-US" sz="1000" b="0" i="0" dirty="0"/>
          </a:br>
          <a:r>
            <a:rPr lang="en-US" sz="1000" b="0" i="0" dirty="0"/>
            <a:t>Stores and organizes large volumes of structured and unstructured data related to crop yields, weather patterns, soil quality, market prices, and livestock health for analytical purposes.</a:t>
          </a:r>
          <a:br>
            <a:rPr lang="en-US" sz="1000" b="0" i="0" dirty="0"/>
          </a:br>
          <a:endParaRPr lang="en-IL" sz="1000" dirty="0"/>
        </a:p>
      </dgm:t>
    </dgm:pt>
    <dgm:pt modelId="{4DFEC78B-3EA0-4423-A6C1-24B747B5C282}" type="sibTrans" cxnId="{B85E6F69-894F-4300-AAB2-4F08E682C2DD}">
      <dgm:prSet/>
      <dgm:spPr/>
      <dgm:t>
        <a:bodyPr/>
        <a:lstStyle/>
        <a:p>
          <a:endParaRPr lang="en-IL"/>
        </a:p>
      </dgm:t>
    </dgm:pt>
    <dgm:pt modelId="{45CBB8B7-72B4-46DE-B973-7DD78684ED48}" type="parTrans" cxnId="{B85E6F69-894F-4300-AAB2-4F08E682C2DD}">
      <dgm:prSet/>
      <dgm:spPr/>
      <dgm:t>
        <a:bodyPr/>
        <a:lstStyle/>
        <a:p>
          <a:endParaRPr lang="en-IL"/>
        </a:p>
      </dgm:t>
    </dgm:pt>
    <dgm:pt modelId="{4DF0C1B5-C559-411E-95F1-372FB8D81D72}">
      <dgm:prSet phldrT="[Text]" phldr="0" custT="1"/>
      <dgm:spPr/>
      <dgm:t>
        <a:bodyPr/>
        <a:lstStyle/>
        <a:p>
          <a:r>
            <a:rPr lang="en-US" sz="1000" b="1" i="0" u="sng" dirty="0"/>
            <a:t>Reporting and Dashboarding Tool</a:t>
          </a:r>
          <a:r>
            <a:rPr lang="en-US" sz="1000" b="0" i="0" dirty="0"/>
            <a:t>:</a:t>
          </a:r>
          <a:br>
            <a:rPr lang="en-US" sz="1000" b="0" i="0" dirty="0"/>
          </a:br>
          <a:r>
            <a:rPr lang="en-US" sz="1000" b="0" i="0" dirty="0"/>
            <a:t>Enables the creation of visual representations, reports, and dashboards to provide insights into key performance indicators (KPIs) such as crop productivity, market demand, and resource utilization</a:t>
          </a:r>
          <a:endParaRPr lang="en-IL" sz="1000" dirty="0"/>
        </a:p>
      </dgm:t>
    </dgm:pt>
    <dgm:pt modelId="{6493742D-580E-40F4-BE9B-ED2AC4E4230E}" type="parTrans" cxnId="{00A5F9D4-779A-4F53-8522-CF0F602A2249}">
      <dgm:prSet/>
      <dgm:spPr/>
      <dgm:t>
        <a:bodyPr/>
        <a:lstStyle/>
        <a:p>
          <a:endParaRPr lang="en-IL"/>
        </a:p>
      </dgm:t>
    </dgm:pt>
    <dgm:pt modelId="{92DB7728-57F1-40E1-852E-9D03DE24F3B3}" type="sibTrans" cxnId="{00A5F9D4-779A-4F53-8522-CF0F602A2249}">
      <dgm:prSet/>
      <dgm:spPr/>
      <dgm:t>
        <a:bodyPr/>
        <a:lstStyle/>
        <a:p>
          <a:endParaRPr lang="en-IL"/>
        </a:p>
      </dgm:t>
    </dgm:pt>
    <dgm:pt modelId="{56B36DAC-9EF3-467D-B34F-5D5CF08D9A3D}" type="pres">
      <dgm:prSet presAssocID="{906E4E38-FED3-40A7-A37A-8E8E3BDD86D3}" presName="linearFlow" presStyleCnt="0">
        <dgm:presLayoutVars>
          <dgm:dir/>
          <dgm:animLvl val="lvl"/>
          <dgm:resizeHandles val="exact"/>
        </dgm:presLayoutVars>
      </dgm:prSet>
      <dgm:spPr/>
    </dgm:pt>
    <dgm:pt modelId="{E86195A3-DA03-45E4-B71F-36A1FAF696F8}" type="pres">
      <dgm:prSet presAssocID="{0A3996D0-E29F-4576-A751-D0ED149CAB96}" presName="composite" presStyleCnt="0"/>
      <dgm:spPr/>
    </dgm:pt>
    <dgm:pt modelId="{0BFD9065-52B8-4E36-BB64-5D95C529DA09}" type="pres">
      <dgm:prSet presAssocID="{0A3996D0-E29F-4576-A751-D0ED149CAB96}" presName="parentText" presStyleLbl="alignNode1" presStyleIdx="0" presStyleCnt="4">
        <dgm:presLayoutVars>
          <dgm:chMax val="1"/>
          <dgm:bulletEnabled val="1"/>
        </dgm:presLayoutVars>
      </dgm:prSet>
      <dgm:spPr/>
    </dgm:pt>
    <dgm:pt modelId="{CD61F3C5-8294-474A-81C7-27432EA37324}" type="pres">
      <dgm:prSet presAssocID="{0A3996D0-E29F-4576-A751-D0ED149CAB96}" presName="descendantText" presStyleLbl="alignAcc1" presStyleIdx="0" presStyleCnt="4" custLinFactNeighborX="15318" custLinFactNeighborY="-961">
        <dgm:presLayoutVars>
          <dgm:bulletEnabled val="1"/>
        </dgm:presLayoutVars>
      </dgm:prSet>
      <dgm:spPr/>
    </dgm:pt>
    <dgm:pt modelId="{64146E11-1D84-4AD8-AE0E-F69D5B797668}" type="pres">
      <dgm:prSet presAssocID="{E1945CE9-AA62-4554-B932-0B7992CD5686}" presName="sp" presStyleCnt="0"/>
      <dgm:spPr/>
    </dgm:pt>
    <dgm:pt modelId="{13817E3A-FD50-4A30-B7BC-0AF73B65BFF2}" type="pres">
      <dgm:prSet presAssocID="{50E0263F-7D87-4773-9095-E1DA9D22A3F7}" presName="composite" presStyleCnt="0"/>
      <dgm:spPr/>
    </dgm:pt>
    <dgm:pt modelId="{3379F5A8-0163-43FC-AC2F-ADA8EA4CDFCE}" type="pres">
      <dgm:prSet presAssocID="{50E0263F-7D87-4773-9095-E1DA9D22A3F7}" presName="parentText" presStyleLbl="alignNode1" presStyleIdx="1" presStyleCnt="4">
        <dgm:presLayoutVars>
          <dgm:chMax val="1"/>
          <dgm:bulletEnabled val="1"/>
        </dgm:presLayoutVars>
      </dgm:prSet>
      <dgm:spPr/>
    </dgm:pt>
    <dgm:pt modelId="{BDA71601-FF71-4D46-A059-F1D19D4EBD1F}" type="pres">
      <dgm:prSet presAssocID="{50E0263F-7D87-4773-9095-E1DA9D22A3F7}" presName="descendantText" presStyleLbl="alignAcc1" presStyleIdx="1" presStyleCnt="4">
        <dgm:presLayoutVars>
          <dgm:bulletEnabled val="1"/>
        </dgm:presLayoutVars>
      </dgm:prSet>
      <dgm:spPr/>
    </dgm:pt>
    <dgm:pt modelId="{CD853CA4-90C5-4846-8D27-75E2B6B9F0D1}" type="pres">
      <dgm:prSet presAssocID="{F04E5B6F-7770-45F8-907A-D774BE2E058B}" presName="sp" presStyleCnt="0"/>
      <dgm:spPr/>
    </dgm:pt>
    <dgm:pt modelId="{9C22ED73-DE3E-4D90-9268-0905020EF242}" type="pres">
      <dgm:prSet presAssocID="{82AE7F72-9519-44A3-94D4-2E3AF149C9C4}" presName="composite" presStyleCnt="0"/>
      <dgm:spPr/>
    </dgm:pt>
    <dgm:pt modelId="{2DE8A169-7B5C-4EF7-8157-BBD5F06D021E}" type="pres">
      <dgm:prSet presAssocID="{82AE7F72-9519-44A3-94D4-2E3AF149C9C4}" presName="parentText" presStyleLbl="alignNode1" presStyleIdx="2" presStyleCnt="4">
        <dgm:presLayoutVars>
          <dgm:chMax val="1"/>
          <dgm:bulletEnabled val="1"/>
        </dgm:presLayoutVars>
      </dgm:prSet>
      <dgm:spPr/>
    </dgm:pt>
    <dgm:pt modelId="{93C935B7-4936-426A-BAE8-2EDAB8D65668}" type="pres">
      <dgm:prSet presAssocID="{82AE7F72-9519-44A3-94D4-2E3AF149C9C4}" presName="descendantText" presStyleLbl="alignAcc1" presStyleIdx="2" presStyleCnt="4">
        <dgm:presLayoutVars>
          <dgm:bulletEnabled val="1"/>
        </dgm:presLayoutVars>
      </dgm:prSet>
      <dgm:spPr/>
    </dgm:pt>
    <dgm:pt modelId="{9A0CDA7D-E20C-49D7-8BFB-AA93DA037D81}" type="pres">
      <dgm:prSet presAssocID="{1960BDEE-CA2F-4B08-9696-62310435CF3E}" presName="sp" presStyleCnt="0"/>
      <dgm:spPr/>
    </dgm:pt>
    <dgm:pt modelId="{2B8318A8-3D4B-4DBC-8E99-2BD1A10BBF42}" type="pres">
      <dgm:prSet presAssocID="{9584EDA2-825F-40B8-B685-91A3F98D605B}" presName="composite" presStyleCnt="0"/>
      <dgm:spPr/>
    </dgm:pt>
    <dgm:pt modelId="{28F1F166-9A96-4526-A3DF-0706BF96ED0E}" type="pres">
      <dgm:prSet presAssocID="{9584EDA2-825F-40B8-B685-91A3F98D605B}" presName="parentText" presStyleLbl="alignNode1" presStyleIdx="3" presStyleCnt="4">
        <dgm:presLayoutVars>
          <dgm:chMax val="1"/>
          <dgm:bulletEnabled val="1"/>
        </dgm:presLayoutVars>
      </dgm:prSet>
      <dgm:spPr/>
    </dgm:pt>
    <dgm:pt modelId="{8F1CE018-1F4D-42FA-8694-B35A5ADE7119}" type="pres">
      <dgm:prSet presAssocID="{9584EDA2-825F-40B8-B685-91A3F98D605B}" presName="descendantText" presStyleLbl="alignAcc1" presStyleIdx="3" presStyleCnt="4" custLinFactNeighborY="3">
        <dgm:presLayoutVars>
          <dgm:bulletEnabled val="1"/>
        </dgm:presLayoutVars>
      </dgm:prSet>
      <dgm:spPr/>
    </dgm:pt>
  </dgm:ptLst>
  <dgm:cxnLst>
    <dgm:cxn modelId="{35F50F00-134A-45F4-BF60-B9A89E4B127E}" type="presOf" srcId="{27ADE2C1-B4E6-48B6-8854-9235225AAEF7}" destId="{BDA71601-FF71-4D46-A059-F1D19D4EBD1F}" srcOrd="0" destOrd="0" presId="urn:microsoft.com/office/officeart/2005/8/layout/chevron2"/>
    <dgm:cxn modelId="{D03D3903-1EF9-481B-A942-9D7567785473}" type="presOf" srcId="{247A17F8-D9B3-4C42-B224-B036F1CB1C94}" destId="{8F1CE018-1F4D-42FA-8694-B35A5ADE7119}" srcOrd="0" destOrd="0" presId="urn:microsoft.com/office/officeart/2005/8/layout/chevron2"/>
    <dgm:cxn modelId="{91A1E420-5B35-44F1-8F1D-4A0CFE34FE48}" srcId="{0A3996D0-E29F-4576-A751-D0ED149CAB96}" destId="{D43BF099-46E1-4066-9B92-D9704A326D25}" srcOrd="0" destOrd="0" parTransId="{5D3CD114-02F4-40E4-BC69-4C0B149161F6}" sibTransId="{57EFBB02-DB4E-4220-B583-3B0481F6C297}"/>
    <dgm:cxn modelId="{ACD46B35-4C3D-4A84-9BEA-0492D93A8DF8}" srcId="{82AE7F72-9519-44A3-94D4-2E3AF149C9C4}" destId="{3584432A-819E-413B-8354-641D694DBD53}" srcOrd="0" destOrd="0" parTransId="{125E9EEE-5678-4CA2-91C8-6B62B4D3E262}" sibTransId="{A75A4AA0-2672-4A4B-9755-06A980BAC5B9}"/>
    <dgm:cxn modelId="{75959836-AC2A-4750-8AAB-606451EC2EE3}" srcId="{906E4E38-FED3-40A7-A37A-8E8E3BDD86D3}" destId="{50E0263F-7D87-4773-9095-E1DA9D22A3F7}" srcOrd="1" destOrd="0" parTransId="{AAB3F334-8FFF-41E7-88B8-4D4E14655100}" sibTransId="{F04E5B6F-7770-45F8-907A-D774BE2E058B}"/>
    <dgm:cxn modelId="{EBE78E5D-7C17-44C5-AF6F-DB7AC49E70EA}" type="presOf" srcId="{D43BF099-46E1-4066-9B92-D9704A326D25}" destId="{CD61F3C5-8294-474A-81C7-27432EA37324}" srcOrd="0" destOrd="0" presId="urn:microsoft.com/office/officeart/2005/8/layout/chevron2"/>
    <dgm:cxn modelId="{394AC65E-4A87-41EA-AEF0-53624057DD9B}" type="presOf" srcId="{906E4E38-FED3-40A7-A37A-8E8E3BDD86D3}" destId="{56B36DAC-9EF3-467D-B34F-5D5CF08D9A3D}" srcOrd="0" destOrd="0" presId="urn:microsoft.com/office/officeart/2005/8/layout/chevron2"/>
    <dgm:cxn modelId="{0D8D2566-7E28-4FFD-80BA-F65142DEADE1}" srcId="{50E0263F-7D87-4773-9095-E1DA9D22A3F7}" destId="{27ADE2C1-B4E6-48B6-8854-9235225AAEF7}" srcOrd="0" destOrd="0" parTransId="{F7791763-DFD8-41B5-942C-E37E7B2E5685}" sibTransId="{308328FC-590E-44EF-BFC2-BB69FDBC5613}"/>
    <dgm:cxn modelId="{B85E6F69-894F-4300-AAB2-4F08E682C2DD}" srcId="{9584EDA2-825F-40B8-B685-91A3F98D605B}" destId="{247A17F8-D9B3-4C42-B224-B036F1CB1C94}" srcOrd="0" destOrd="0" parTransId="{45CBB8B7-72B4-46DE-B973-7DD78684ED48}" sibTransId="{4DFEC78B-3EA0-4423-A6C1-24B747B5C282}"/>
    <dgm:cxn modelId="{F50A7C59-96D1-435C-B764-5FB03D6AA963}" type="presOf" srcId="{82AE7F72-9519-44A3-94D4-2E3AF149C9C4}" destId="{2DE8A169-7B5C-4EF7-8157-BBD5F06D021E}" srcOrd="0" destOrd="0" presId="urn:microsoft.com/office/officeart/2005/8/layout/chevron2"/>
    <dgm:cxn modelId="{0DF6927E-9DE1-4580-9953-3987444FE46F}" type="presOf" srcId="{4DF0C1B5-C559-411E-95F1-372FB8D81D72}" destId="{8F1CE018-1F4D-42FA-8694-B35A5ADE7119}" srcOrd="0" destOrd="1" presId="urn:microsoft.com/office/officeart/2005/8/layout/chevron2"/>
    <dgm:cxn modelId="{67BD3884-EAF6-4AA7-BE24-97F94062AADA}" type="presOf" srcId="{0A3996D0-E29F-4576-A751-D0ED149CAB96}" destId="{0BFD9065-52B8-4E36-BB64-5D95C529DA09}" srcOrd="0" destOrd="0" presId="urn:microsoft.com/office/officeart/2005/8/layout/chevron2"/>
    <dgm:cxn modelId="{29881F99-C770-41E7-ACDC-22D3C098C7BF}" srcId="{906E4E38-FED3-40A7-A37A-8E8E3BDD86D3}" destId="{82AE7F72-9519-44A3-94D4-2E3AF149C9C4}" srcOrd="2" destOrd="0" parTransId="{55BB17F3-1C90-4839-BBD6-C89889039F28}" sibTransId="{1960BDEE-CA2F-4B08-9696-62310435CF3E}"/>
    <dgm:cxn modelId="{F668D1A9-2F27-425B-BB71-5F62B4F96984}" type="presOf" srcId="{3584432A-819E-413B-8354-641D694DBD53}" destId="{93C935B7-4936-426A-BAE8-2EDAB8D65668}" srcOrd="0" destOrd="0" presId="urn:microsoft.com/office/officeart/2005/8/layout/chevron2"/>
    <dgm:cxn modelId="{735290AB-014C-4DB7-8D0F-5CA5EF1F41FB}" type="presOf" srcId="{9584EDA2-825F-40B8-B685-91A3F98D605B}" destId="{28F1F166-9A96-4526-A3DF-0706BF96ED0E}" srcOrd="0" destOrd="0" presId="urn:microsoft.com/office/officeart/2005/8/layout/chevron2"/>
    <dgm:cxn modelId="{B3B71AB6-FAE1-4EE8-A20C-6C1B865B8F3C}" srcId="{906E4E38-FED3-40A7-A37A-8E8E3BDD86D3}" destId="{9584EDA2-825F-40B8-B685-91A3F98D605B}" srcOrd="3" destOrd="0" parTransId="{B3C22177-A6C1-48BA-8A08-6CAEC8CD61B6}" sibTransId="{3F2C6B14-9640-4103-BF6C-139185038198}"/>
    <dgm:cxn modelId="{A134A8B9-685E-4DC4-93A8-39194EB95F73}" type="presOf" srcId="{50E0263F-7D87-4773-9095-E1DA9D22A3F7}" destId="{3379F5A8-0163-43FC-AC2F-ADA8EA4CDFCE}" srcOrd="0" destOrd="0" presId="urn:microsoft.com/office/officeart/2005/8/layout/chevron2"/>
    <dgm:cxn modelId="{2497F6C6-D6D4-4C0C-9D30-3C9DC708E762}" srcId="{906E4E38-FED3-40A7-A37A-8E8E3BDD86D3}" destId="{0A3996D0-E29F-4576-A751-D0ED149CAB96}" srcOrd="0" destOrd="0" parTransId="{4C1FE079-9FF9-49F1-AA5E-3CF88EFB3B7D}" sibTransId="{E1945CE9-AA62-4554-B932-0B7992CD5686}"/>
    <dgm:cxn modelId="{00A5F9D4-779A-4F53-8522-CF0F602A2249}" srcId="{9584EDA2-825F-40B8-B685-91A3F98D605B}" destId="{4DF0C1B5-C559-411E-95F1-372FB8D81D72}" srcOrd="1" destOrd="0" parTransId="{6493742D-580E-40F4-BE9B-ED2AC4E4230E}" sibTransId="{92DB7728-57F1-40E1-852E-9D03DE24F3B3}"/>
    <dgm:cxn modelId="{470E266C-F96D-4206-BF8B-E4D0C534B900}" type="presParOf" srcId="{56B36DAC-9EF3-467D-B34F-5D5CF08D9A3D}" destId="{E86195A3-DA03-45E4-B71F-36A1FAF696F8}" srcOrd="0" destOrd="0" presId="urn:microsoft.com/office/officeart/2005/8/layout/chevron2"/>
    <dgm:cxn modelId="{8E61E57D-563A-46A1-96B9-6BE82E35A12B}" type="presParOf" srcId="{E86195A3-DA03-45E4-B71F-36A1FAF696F8}" destId="{0BFD9065-52B8-4E36-BB64-5D95C529DA09}" srcOrd="0" destOrd="0" presId="urn:microsoft.com/office/officeart/2005/8/layout/chevron2"/>
    <dgm:cxn modelId="{90F04F1D-91B2-4556-9C2C-11B8AA686A62}" type="presParOf" srcId="{E86195A3-DA03-45E4-B71F-36A1FAF696F8}" destId="{CD61F3C5-8294-474A-81C7-27432EA37324}" srcOrd="1" destOrd="0" presId="urn:microsoft.com/office/officeart/2005/8/layout/chevron2"/>
    <dgm:cxn modelId="{580C3963-4AE0-43F1-91FB-BFC1A16D786E}" type="presParOf" srcId="{56B36DAC-9EF3-467D-B34F-5D5CF08D9A3D}" destId="{64146E11-1D84-4AD8-AE0E-F69D5B797668}" srcOrd="1" destOrd="0" presId="urn:microsoft.com/office/officeart/2005/8/layout/chevron2"/>
    <dgm:cxn modelId="{EC6E0BC8-18B8-4B14-82EE-B08E64C732FE}" type="presParOf" srcId="{56B36DAC-9EF3-467D-B34F-5D5CF08D9A3D}" destId="{13817E3A-FD50-4A30-B7BC-0AF73B65BFF2}" srcOrd="2" destOrd="0" presId="urn:microsoft.com/office/officeart/2005/8/layout/chevron2"/>
    <dgm:cxn modelId="{5CBD437D-0283-4E52-B070-9ECCB49D934C}" type="presParOf" srcId="{13817E3A-FD50-4A30-B7BC-0AF73B65BFF2}" destId="{3379F5A8-0163-43FC-AC2F-ADA8EA4CDFCE}" srcOrd="0" destOrd="0" presId="urn:microsoft.com/office/officeart/2005/8/layout/chevron2"/>
    <dgm:cxn modelId="{06FC8762-A3C4-448A-A086-DA8E1D45990E}" type="presParOf" srcId="{13817E3A-FD50-4A30-B7BC-0AF73B65BFF2}" destId="{BDA71601-FF71-4D46-A059-F1D19D4EBD1F}" srcOrd="1" destOrd="0" presId="urn:microsoft.com/office/officeart/2005/8/layout/chevron2"/>
    <dgm:cxn modelId="{22FD55B8-8C29-4FEB-BF28-DB0CE714BB1A}" type="presParOf" srcId="{56B36DAC-9EF3-467D-B34F-5D5CF08D9A3D}" destId="{CD853CA4-90C5-4846-8D27-75E2B6B9F0D1}" srcOrd="3" destOrd="0" presId="urn:microsoft.com/office/officeart/2005/8/layout/chevron2"/>
    <dgm:cxn modelId="{D2AD4091-F4D8-42AC-932D-3ED092E5F3E8}" type="presParOf" srcId="{56B36DAC-9EF3-467D-B34F-5D5CF08D9A3D}" destId="{9C22ED73-DE3E-4D90-9268-0905020EF242}" srcOrd="4" destOrd="0" presId="urn:microsoft.com/office/officeart/2005/8/layout/chevron2"/>
    <dgm:cxn modelId="{3246793B-9A37-4BD9-999F-62E9F4C8C14D}" type="presParOf" srcId="{9C22ED73-DE3E-4D90-9268-0905020EF242}" destId="{2DE8A169-7B5C-4EF7-8157-BBD5F06D021E}" srcOrd="0" destOrd="0" presId="urn:microsoft.com/office/officeart/2005/8/layout/chevron2"/>
    <dgm:cxn modelId="{5EC3A03D-2106-4D23-803D-D07BDAADA2CE}" type="presParOf" srcId="{9C22ED73-DE3E-4D90-9268-0905020EF242}" destId="{93C935B7-4936-426A-BAE8-2EDAB8D65668}" srcOrd="1" destOrd="0" presId="urn:microsoft.com/office/officeart/2005/8/layout/chevron2"/>
    <dgm:cxn modelId="{ADAE2651-78F0-4454-83BC-E6423C3CF323}" type="presParOf" srcId="{56B36DAC-9EF3-467D-B34F-5D5CF08D9A3D}" destId="{9A0CDA7D-E20C-49D7-8BFB-AA93DA037D81}" srcOrd="5" destOrd="0" presId="urn:microsoft.com/office/officeart/2005/8/layout/chevron2"/>
    <dgm:cxn modelId="{5203174C-9C3D-4678-A573-3240B986A28B}" type="presParOf" srcId="{56B36DAC-9EF3-467D-B34F-5D5CF08D9A3D}" destId="{2B8318A8-3D4B-4DBC-8E99-2BD1A10BBF42}" srcOrd="6" destOrd="0" presId="urn:microsoft.com/office/officeart/2005/8/layout/chevron2"/>
    <dgm:cxn modelId="{506B5696-52A3-43A9-9810-2F2548DF59D1}" type="presParOf" srcId="{2B8318A8-3D4B-4DBC-8E99-2BD1A10BBF42}" destId="{28F1F166-9A96-4526-A3DF-0706BF96ED0E}" srcOrd="0" destOrd="0" presId="urn:microsoft.com/office/officeart/2005/8/layout/chevron2"/>
    <dgm:cxn modelId="{CF45FE20-2496-4010-935E-CE51AB1708D7}" type="presParOf" srcId="{2B8318A8-3D4B-4DBC-8E99-2BD1A10BBF42}" destId="{8F1CE018-1F4D-42FA-8694-B35A5ADE7119}"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D9065-52B8-4E36-BB64-5D95C529DA09}">
      <dsp:nvSpPr>
        <dsp:cNvPr id="0" name=""/>
        <dsp:cNvSpPr/>
      </dsp:nvSpPr>
      <dsp:spPr>
        <a:xfrm rot="5400000">
          <a:off x="-229529" y="236447"/>
          <a:ext cx="1530193" cy="1071135"/>
        </a:xfrm>
        <a:prstGeom prst="chevron">
          <a:avLst/>
        </a:prstGeom>
        <a:solidFill>
          <a:srgbClr val="134E35"/>
        </a:solidFill>
        <a:ln w="12700"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ln w="3175">
                <a:noFill/>
              </a:ln>
              <a:solidFill>
                <a:schemeClr val="bg1">
                  <a:alpha val="97000"/>
                </a:schemeClr>
              </a:solidFill>
            </a:rPr>
            <a:t>Enterprise software system</a:t>
          </a:r>
          <a:endParaRPr lang="en-IL" sz="1100" kern="1200" dirty="0">
            <a:ln w="3175">
              <a:noFill/>
            </a:ln>
            <a:solidFill>
              <a:schemeClr val="bg1">
                <a:alpha val="97000"/>
              </a:schemeClr>
            </a:solidFill>
          </a:endParaRPr>
        </a:p>
      </dsp:txBody>
      <dsp:txXfrm rot="-5400000">
        <a:off x="1" y="542486"/>
        <a:ext cx="1071135" cy="459058"/>
      </dsp:txXfrm>
    </dsp:sp>
    <dsp:sp modelId="{CD61F3C5-8294-474A-81C7-27432EA37324}">
      <dsp:nvSpPr>
        <dsp:cNvPr id="0" name=""/>
        <dsp:cNvSpPr/>
      </dsp:nvSpPr>
      <dsp:spPr>
        <a:xfrm rot="5400000">
          <a:off x="5261418" y="-4190283"/>
          <a:ext cx="994625" cy="937519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Char char="•"/>
          </a:pPr>
          <a:r>
            <a:rPr lang="en-US" sz="1050" b="1" u="sng" kern="1200" dirty="0"/>
            <a:t>BI (business intelligence)</a:t>
          </a:r>
          <a:r>
            <a:rPr lang="en-US" sz="1050" kern="1200" dirty="0"/>
            <a:t>:</a:t>
          </a:r>
          <a:br>
            <a:rPr lang="en-US" sz="1050" kern="1200" dirty="0"/>
          </a:br>
          <a:r>
            <a:rPr lang="en-US" sz="1050" b="0" i="0" kern="1200" dirty="0"/>
            <a:t>Business Intelligence system for analyzing and presenting complex data</a:t>
          </a:r>
          <a:endParaRPr lang="en-IL" sz="1050" kern="1200" dirty="0"/>
        </a:p>
      </dsp:txBody>
      <dsp:txXfrm rot="-5400000">
        <a:off x="1071135" y="48554"/>
        <a:ext cx="9326638" cy="897517"/>
      </dsp:txXfrm>
    </dsp:sp>
    <dsp:sp modelId="{3379F5A8-0163-43FC-AC2F-ADA8EA4CDFCE}">
      <dsp:nvSpPr>
        <dsp:cNvPr id="0" name=""/>
        <dsp:cNvSpPr/>
      </dsp:nvSpPr>
      <dsp:spPr>
        <a:xfrm rot="5400000">
          <a:off x="-229529" y="1622922"/>
          <a:ext cx="1530193" cy="1071135"/>
        </a:xfrm>
        <a:prstGeom prst="chevron">
          <a:avLst/>
        </a:prstGeom>
        <a:solidFill>
          <a:srgbClr val="1A6847"/>
        </a:solidFill>
        <a:ln w="12700"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ln w="3175">
                <a:noFill/>
              </a:ln>
              <a:solidFill>
                <a:schemeClr val="bg1">
                  <a:alpha val="97000"/>
                </a:schemeClr>
              </a:solidFill>
            </a:rPr>
            <a:t>Industries</a:t>
          </a:r>
          <a:endParaRPr lang="en-IL" sz="1100" kern="1200" dirty="0">
            <a:ln w="3175">
              <a:noFill/>
            </a:ln>
            <a:solidFill>
              <a:schemeClr val="bg1">
                <a:alpha val="97000"/>
              </a:schemeClr>
            </a:solidFill>
          </a:endParaRPr>
        </a:p>
      </dsp:txBody>
      <dsp:txXfrm rot="-5400000">
        <a:off x="1" y="1928961"/>
        <a:ext cx="1071135" cy="459058"/>
      </dsp:txXfrm>
    </dsp:sp>
    <dsp:sp modelId="{BDA71601-FF71-4D46-A059-F1D19D4EBD1F}">
      <dsp:nvSpPr>
        <dsp:cNvPr id="0" name=""/>
        <dsp:cNvSpPr/>
      </dsp:nvSpPr>
      <dsp:spPr>
        <a:xfrm rot="5400000">
          <a:off x="5261418" y="-2796890"/>
          <a:ext cx="994625" cy="937519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Char char="•"/>
          </a:pPr>
          <a:r>
            <a:rPr lang="en-US" sz="1050" b="1" i="0" u="sng" kern="1200" dirty="0"/>
            <a:t>Agriculture</a:t>
          </a:r>
          <a:r>
            <a:rPr lang="en-US" sz="1050" b="0" i="0" kern="1200" dirty="0"/>
            <a:t>:</a:t>
          </a:r>
          <a:br>
            <a:rPr lang="en-US" sz="1050" b="0" i="0" kern="1200" dirty="0"/>
          </a:br>
          <a:r>
            <a:rPr lang="en-US" sz="1050" b="0" i="0" kern="1200" dirty="0"/>
            <a:t>Field involved in cultivating land, raising crops, and rearing livestock for food, fiber, biofuel, and other products.</a:t>
          </a:r>
          <a:endParaRPr lang="en-IL" sz="1050" kern="1200" dirty="0"/>
        </a:p>
      </dsp:txBody>
      <dsp:txXfrm rot="-5400000">
        <a:off x="1071135" y="1441947"/>
        <a:ext cx="9326638" cy="897517"/>
      </dsp:txXfrm>
    </dsp:sp>
    <dsp:sp modelId="{2DE8A169-7B5C-4EF7-8157-BBD5F06D021E}">
      <dsp:nvSpPr>
        <dsp:cNvPr id="0" name=""/>
        <dsp:cNvSpPr/>
      </dsp:nvSpPr>
      <dsp:spPr>
        <a:xfrm rot="5400000">
          <a:off x="-229529" y="3009397"/>
          <a:ext cx="1530193" cy="1071135"/>
        </a:xfrm>
        <a:prstGeom prst="chevron">
          <a:avLst/>
        </a:prstGeom>
        <a:solidFill>
          <a:srgbClr val="33CB8A"/>
        </a:solidFill>
        <a:ln w="12700"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ln w="3175">
                <a:noFill/>
              </a:ln>
              <a:solidFill>
                <a:schemeClr val="bg1">
                  <a:alpha val="97000"/>
                </a:schemeClr>
              </a:solidFill>
            </a:rPr>
            <a:t>Workflow</a:t>
          </a:r>
          <a:endParaRPr lang="en-IL" sz="1100" kern="1200" dirty="0">
            <a:ln w="3175">
              <a:noFill/>
            </a:ln>
            <a:solidFill>
              <a:schemeClr val="bg1">
                <a:alpha val="97000"/>
              </a:schemeClr>
            </a:solidFill>
          </a:endParaRPr>
        </a:p>
      </dsp:txBody>
      <dsp:txXfrm rot="-5400000">
        <a:off x="1" y="3315436"/>
        <a:ext cx="1071135" cy="459058"/>
      </dsp:txXfrm>
    </dsp:sp>
    <dsp:sp modelId="{93C935B7-4936-426A-BAE8-2EDAB8D65668}">
      <dsp:nvSpPr>
        <dsp:cNvPr id="0" name=""/>
        <dsp:cNvSpPr/>
      </dsp:nvSpPr>
      <dsp:spPr>
        <a:xfrm rot="5400000">
          <a:off x="5261418" y="-1410415"/>
          <a:ext cx="994625" cy="937519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Char char="•"/>
          </a:pPr>
          <a:r>
            <a:rPr lang="en-US" sz="1050" b="1" i="0" u="sng" kern="1200" dirty="0"/>
            <a:t>BI System in Agriculture Industry</a:t>
          </a:r>
          <a:r>
            <a:rPr lang="en-US" sz="1050" b="0" i="0" kern="1200" dirty="0"/>
            <a:t>:</a:t>
          </a:r>
          <a:br>
            <a:rPr lang="en-US" sz="1050" b="0" i="0" kern="1200" dirty="0"/>
          </a:br>
          <a:r>
            <a:rPr lang="en-US" sz="1050" b="0" i="0" kern="1200" dirty="0"/>
            <a:t>This workflow involves the use of a Business Intelligence (BI) system in the Agriculture industry for analyzing and presenting complex data to make informed business decisions related to cultivating land, raising crops, and rearing livestock for food, fiber, biofuel, and other products.</a:t>
          </a:r>
          <a:endParaRPr lang="en-IL" sz="1050" kern="1200" dirty="0"/>
        </a:p>
      </dsp:txBody>
      <dsp:txXfrm rot="-5400000">
        <a:off x="1071135" y="2828422"/>
        <a:ext cx="9326638" cy="897517"/>
      </dsp:txXfrm>
    </dsp:sp>
    <dsp:sp modelId="{28F1F166-9A96-4526-A3DF-0706BF96ED0E}">
      <dsp:nvSpPr>
        <dsp:cNvPr id="0" name=""/>
        <dsp:cNvSpPr/>
      </dsp:nvSpPr>
      <dsp:spPr>
        <a:xfrm rot="5400000">
          <a:off x="-229529" y="4395872"/>
          <a:ext cx="1530193" cy="1071135"/>
        </a:xfrm>
        <a:prstGeom prst="chevron">
          <a:avLst/>
        </a:prstGeom>
        <a:solidFill>
          <a:srgbClr val="73DBB1"/>
        </a:solidFill>
        <a:ln w="12700"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ln w="3175">
                <a:noFill/>
              </a:ln>
              <a:solidFill>
                <a:schemeClr val="bg1">
                  <a:alpha val="97000"/>
                </a:schemeClr>
              </a:solidFill>
            </a:rPr>
            <a:t>Component</a:t>
          </a:r>
          <a:endParaRPr lang="en-IL" sz="1100" kern="1200" dirty="0">
            <a:ln w="3175">
              <a:noFill/>
            </a:ln>
            <a:solidFill>
              <a:schemeClr val="bg1">
                <a:alpha val="97000"/>
              </a:schemeClr>
            </a:solidFill>
          </a:endParaRPr>
        </a:p>
      </dsp:txBody>
      <dsp:txXfrm rot="-5400000">
        <a:off x="1" y="4701911"/>
        <a:ext cx="1071135" cy="459058"/>
      </dsp:txXfrm>
    </dsp:sp>
    <dsp:sp modelId="{8F1CE018-1F4D-42FA-8694-B35A5ADE7119}">
      <dsp:nvSpPr>
        <dsp:cNvPr id="0" name=""/>
        <dsp:cNvSpPr/>
      </dsp:nvSpPr>
      <dsp:spPr>
        <a:xfrm rot="5400000">
          <a:off x="5261418" y="-23910"/>
          <a:ext cx="994625" cy="937519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b="1" i="0" u="sng" kern="1200" dirty="0"/>
            <a:t>Data Warehousing</a:t>
          </a:r>
          <a:r>
            <a:rPr lang="en-US" sz="1000" b="0" i="0" kern="1200" dirty="0"/>
            <a:t>:</a:t>
          </a:r>
          <a:br>
            <a:rPr lang="en-US" sz="1000" b="0" i="0" kern="1200" dirty="0"/>
          </a:br>
          <a:r>
            <a:rPr lang="en-US" sz="1000" b="0" i="0" kern="1200" dirty="0"/>
            <a:t>Stores and organizes large volumes of structured and unstructured data related to crop yields, weather patterns, soil quality, market prices, and livestock health for analytical purposes.</a:t>
          </a:r>
          <a:br>
            <a:rPr lang="en-US" sz="1000" b="0" i="0" kern="1200" dirty="0"/>
          </a:br>
          <a:endParaRPr lang="en-IL" sz="1000" kern="1200" dirty="0"/>
        </a:p>
        <a:p>
          <a:pPr marL="57150" lvl="1" indent="-57150" algn="l" defTabSz="444500">
            <a:lnSpc>
              <a:spcPct val="90000"/>
            </a:lnSpc>
            <a:spcBef>
              <a:spcPct val="0"/>
            </a:spcBef>
            <a:spcAft>
              <a:spcPct val="15000"/>
            </a:spcAft>
            <a:buChar char="•"/>
          </a:pPr>
          <a:r>
            <a:rPr lang="en-US" sz="1000" b="1" i="0" u="sng" kern="1200" dirty="0"/>
            <a:t>Reporting and Dashboarding Tool</a:t>
          </a:r>
          <a:r>
            <a:rPr lang="en-US" sz="1000" b="0" i="0" kern="1200" dirty="0"/>
            <a:t>:</a:t>
          </a:r>
          <a:br>
            <a:rPr lang="en-US" sz="1000" b="0" i="0" kern="1200" dirty="0"/>
          </a:br>
          <a:r>
            <a:rPr lang="en-US" sz="1000" b="0" i="0" kern="1200" dirty="0"/>
            <a:t>Enables the creation of visual representations, reports, and dashboards to provide insights into key performance indicators (KPIs) such as crop productivity, market demand, and resource utilization</a:t>
          </a:r>
          <a:endParaRPr lang="en-IL" sz="1000" kern="1200" dirty="0"/>
        </a:p>
      </dsp:txBody>
      <dsp:txXfrm rot="-5400000">
        <a:off x="1071135" y="4214927"/>
        <a:ext cx="9326638" cy="89751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1CAED6-C416-4CDA-A8E1-21B58A28877A}" type="datetimeFigureOut">
              <a:rPr lang="en-IL" smtClean="0"/>
              <a:t>25/12/2025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44F031-219E-41C9-A12D-A546DF746C3A}" type="slidenum">
              <a:rPr lang="en-IL" smtClean="0"/>
              <a:t>‹#›</a:t>
            </a:fld>
            <a:endParaRPr lang="en-IL"/>
          </a:p>
        </p:txBody>
      </p:sp>
    </p:spTree>
    <p:extLst>
      <p:ext uri="{BB962C8B-B14F-4D97-AF65-F5344CB8AC3E}">
        <p14:creationId xmlns:p14="http://schemas.microsoft.com/office/powerpoint/2010/main" val="223284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2044F031-219E-41C9-A12D-A546DF746C3A}" type="slidenum">
              <a:rPr lang="en-IL" smtClean="0"/>
              <a:t>5</a:t>
            </a:fld>
            <a:endParaRPr lang="en-IL"/>
          </a:p>
        </p:txBody>
      </p:sp>
    </p:spTree>
    <p:extLst>
      <p:ext uri="{BB962C8B-B14F-4D97-AF65-F5344CB8AC3E}">
        <p14:creationId xmlns:p14="http://schemas.microsoft.com/office/powerpoint/2010/main" val="1669510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2044F031-219E-41C9-A12D-A546DF746C3A}" type="slidenum">
              <a:rPr lang="en-IL" smtClean="0"/>
              <a:t>7</a:t>
            </a:fld>
            <a:endParaRPr lang="en-IL"/>
          </a:p>
        </p:txBody>
      </p:sp>
    </p:spTree>
    <p:extLst>
      <p:ext uri="{BB962C8B-B14F-4D97-AF65-F5344CB8AC3E}">
        <p14:creationId xmlns:p14="http://schemas.microsoft.com/office/powerpoint/2010/main" val="2068879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5140-2B14-D5ED-55B8-8F0F7445C4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A61557D2-5A06-05AA-3355-51E5778C51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18F82A29-8863-A385-EA45-727D577EC0FE}"/>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5" name="Footer Placeholder 4">
            <a:extLst>
              <a:ext uri="{FF2B5EF4-FFF2-40B4-BE49-F238E27FC236}">
                <a16:creationId xmlns:a16="http://schemas.microsoft.com/office/drawing/2014/main" id="{D24B843B-4A72-F50B-3463-AF531BFD7CB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51F2567-5DD5-F630-E6AD-5B3F2A045D68}"/>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753333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C57E-8A9A-7497-9FFD-07E11E534A75}"/>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26C0C888-74F3-2DF8-9D1B-1D729F8C58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30FCBB7-06B5-117D-4B2C-AFFEF4DC1D69}"/>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5" name="Footer Placeholder 4">
            <a:extLst>
              <a:ext uri="{FF2B5EF4-FFF2-40B4-BE49-F238E27FC236}">
                <a16:creationId xmlns:a16="http://schemas.microsoft.com/office/drawing/2014/main" id="{FA98C731-569D-883C-F327-DE4F428DF2A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834B3EC-90B6-87CA-3D0C-25469D8CA035}"/>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234106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22C24-AD46-E374-D5AF-3BEB68A700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A34C442-E2C0-46F0-6067-5D43B56B01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7BB1BE-C1D2-0A5F-2C25-63CA8632B3BD}"/>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5" name="Footer Placeholder 4">
            <a:extLst>
              <a:ext uri="{FF2B5EF4-FFF2-40B4-BE49-F238E27FC236}">
                <a16:creationId xmlns:a16="http://schemas.microsoft.com/office/drawing/2014/main" id="{5BD8436B-D692-0493-C7BA-CB5F3897E2C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C03101E-9506-5434-361D-D01355E8C87F}"/>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3052324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DDB98-858F-6D07-1248-0EF71C121A8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D00DEB13-D78B-E1C9-CE9F-89D2ACEB4D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CFC3C865-D6A3-3951-6CCF-1D0634B7EE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09D4A1B2-29FF-6C9B-CD53-FC20B3B853E7}"/>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6" name="Footer Placeholder 5">
            <a:extLst>
              <a:ext uri="{FF2B5EF4-FFF2-40B4-BE49-F238E27FC236}">
                <a16:creationId xmlns:a16="http://schemas.microsoft.com/office/drawing/2014/main" id="{E999C670-AFE6-5620-05DE-17535533A48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2510D52-EFF6-B521-1217-CB27F4685855}"/>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65091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10ED-862A-0B6E-DCFE-7C0F37480007}"/>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3256EF4-C1DC-91B8-F131-8C7777F9A7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D40379-9203-779C-1CA8-0C17D2FB79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AD9ECFC4-E171-29CB-C950-43939D81BB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239601-3F02-F9DF-84DE-2066B4FBBB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62059D3E-329A-1077-87DC-8B0CCFEADD0F}"/>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8" name="Footer Placeholder 7">
            <a:extLst>
              <a:ext uri="{FF2B5EF4-FFF2-40B4-BE49-F238E27FC236}">
                <a16:creationId xmlns:a16="http://schemas.microsoft.com/office/drawing/2014/main" id="{3FBB7A5E-7CB4-FE5B-C27F-2E879AAA8963}"/>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334F0435-F137-E7BA-BC41-C97E86E5B1FA}"/>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284265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D3F02-AE0D-58CD-C7B6-76923472740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CE7BAF8E-4FDD-BF78-118B-22F112D3ACB1}"/>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4" name="Footer Placeholder 3">
            <a:extLst>
              <a:ext uri="{FF2B5EF4-FFF2-40B4-BE49-F238E27FC236}">
                <a16:creationId xmlns:a16="http://schemas.microsoft.com/office/drawing/2014/main" id="{7C44540C-1C57-FF74-1C71-0FE40B1FC8C1}"/>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AE7E0C-C328-BF56-4D09-83846F8902FA}"/>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3144954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25B672-AC98-32CF-6D6C-6C1C36323427}"/>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3" name="Footer Placeholder 2">
            <a:extLst>
              <a:ext uri="{FF2B5EF4-FFF2-40B4-BE49-F238E27FC236}">
                <a16:creationId xmlns:a16="http://schemas.microsoft.com/office/drawing/2014/main" id="{5F85E370-BDBE-3BF6-2D92-99D6D6493264}"/>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631027EF-40FB-9E3D-12C5-385ABC037045}"/>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4017794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694C8-8EDE-2B8C-F404-8791A061AA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67C499ED-3D0F-4CC5-BB63-BC63FD687F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F6F6ACE1-87DA-65B5-4E46-F4F6DAA49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9AF7FB-6DEA-9DB7-3CD7-C2A02B6F5116}"/>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6" name="Footer Placeholder 5">
            <a:extLst>
              <a:ext uri="{FF2B5EF4-FFF2-40B4-BE49-F238E27FC236}">
                <a16:creationId xmlns:a16="http://schemas.microsoft.com/office/drawing/2014/main" id="{0CE83C50-1277-B88C-0BFD-213F7DAC77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856F07B-65B0-36B1-F3CB-58525DED61B1}"/>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262611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977A-4D0E-EFC3-DE1F-0CAEE9E8CB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B0A9098C-7D26-FCE4-A960-272B3C412A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AE011E9B-62ED-853D-6BA2-5EDDCE287E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455A7C-092B-988B-9AC5-6D25A4D0416C}"/>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6" name="Footer Placeholder 5">
            <a:extLst>
              <a:ext uri="{FF2B5EF4-FFF2-40B4-BE49-F238E27FC236}">
                <a16:creationId xmlns:a16="http://schemas.microsoft.com/office/drawing/2014/main" id="{E82E0B1F-4EBA-853B-0ADB-DC4375472A3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3CA54AB-0B6F-9428-29CE-7B1F333C4DA2}"/>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2491499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318E7-26CD-210F-3074-D7445D37B4C9}"/>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BEDB817B-6A6C-F03B-854D-33AD541FFB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290517F-ACB7-6518-87F6-74B564DEA7FA}"/>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5" name="Footer Placeholder 4">
            <a:extLst>
              <a:ext uri="{FF2B5EF4-FFF2-40B4-BE49-F238E27FC236}">
                <a16:creationId xmlns:a16="http://schemas.microsoft.com/office/drawing/2014/main" id="{103E5048-ACD1-F1EB-37EE-E082EF20A9C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959E16-788F-5557-BFC2-EE1F96EBBB5F}"/>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724641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F432C-2405-2216-6FE9-E0F6EF28FB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DE2498E-CEA6-EB3A-03CC-0E7E971E56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6F383AB-83A2-3D80-EBA9-87AC6EEACA8D}"/>
              </a:ext>
            </a:extLst>
          </p:cNvPr>
          <p:cNvSpPr>
            <a:spLocks noGrp="1"/>
          </p:cNvSpPr>
          <p:nvPr>
            <p:ph type="dt" sz="half" idx="10"/>
          </p:nvPr>
        </p:nvSpPr>
        <p:spPr/>
        <p:txBody>
          <a:bodyPr/>
          <a:lstStyle/>
          <a:p>
            <a:fld id="{5460F066-66AF-4900-999A-FCA6EEAC5754}" type="datetimeFigureOut">
              <a:rPr lang="en-IL" smtClean="0"/>
              <a:t>25/12/2025</a:t>
            </a:fld>
            <a:endParaRPr lang="en-IL"/>
          </a:p>
        </p:txBody>
      </p:sp>
      <p:sp>
        <p:nvSpPr>
          <p:cNvPr id="5" name="Footer Placeholder 4">
            <a:extLst>
              <a:ext uri="{FF2B5EF4-FFF2-40B4-BE49-F238E27FC236}">
                <a16:creationId xmlns:a16="http://schemas.microsoft.com/office/drawing/2014/main" id="{C3528EF6-47C9-28DA-49FE-39242E5A78C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B5FF422-8499-3AA3-4F41-2E26D7E3766B}"/>
              </a:ext>
            </a:extLst>
          </p:cNvPr>
          <p:cNvSpPr>
            <a:spLocks noGrp="1"/>
          </p:cNvSpPr>
          <p:nvPr>
            <p:ph type="sldNum" sz="quarter" idx="12"/>
          </p:nvPr>
        </p:nvSpPr>
        <p:spPr/>
        <p:txBody>
          <a:bodyPr/>
          <a:lstStyle/>
          <a:p>
            <a:fld id="{029074E5-BE85-4454-9B45-16F4FCBE5D9D}" type="slidenum">
              <a:rPr lang="en-IL" smtClean="0"/>
              <a:t>‹#›</a:t>
            </a:fld>
            <a:endParaRPr lang="en-IL"/>
          </a:p>
        </p:txBody>
      </p:sp>
    </p:spTree>
    <p:extLst>
      <p:ext uri="{BB962C8B-B14F-4D97-AF65-F5344CB8AC3E}">
        <p14:creationId xmlns:p14="http://schemas.microsoft.com/office/powerpoint/2010/main" val="256470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74F8F6-01A0-2F34-58D3-93C0B81BAA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89F552B-BECF-5204-1753-AEEB408431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4F23F23-9FA2-A514-4E37-B48BE0381A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60F066-66AF-4900-999A-FCA6EEAC5754}" type="datetimeFigureOut">
              <a:rPr lang="en-IL" smtClean="0"/>
              <a:t>25/12/2025</a:t>
            </a:fld>
            <a:endParaRPr lang="en-IL"/>
          </a:p>
        </p:txBody>
      </p:sp>
      <p:sp>
        <p:nvSpPr>
          <p:cNvPr id="5" name="Footer Placeholder 4">
            <a:extLst>
              <a:ext uri="{FF2B5EF4-FFF2-40B4-BE49-F238E27FC236}">
                <a16:creationId xmlns:a16="http://schemas.microsoft.com/office/drawing/2014/main" id="{E906608A-AB2C-007A-B76B-6CB40B25AC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56A2C805-E059-4998-7786-B3D615C7A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9074E5-BE85-4454-9B45-16F4FCBE5D9D}" type="slidenum">
              <a:rPr lang="en-IL" smtClean="0"/>
              <a:t>‹#›</a:t>
            </a:fld>
            <a:endParaRPr lang="en-IL"/>
          </a:p>
        </p:txBody>
      </p:sp>
    </p:spTree>
    <p:extLst>
      <p:ext uri="{BB962C8B-B14F-4D97-AF65-F5344CB8AC3E}">
        <p14:creationId xmlns:p14="http://schemas.microsoft.com/office/powerpoint/2010/main" val="3529471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omputer&#10;&#10;AI-generated content may be incorrect.">
            <a:extLst>
              <a:ext uri="{FF2B5EF4-FFF2-40B4-BE49-F238E27FC236}">
                <a16:creationId xmlns:a16="http://schemas.microsoft.com/office/drawing/2014/main" id="{A6DF3D18-9C6D-299D-52CB-17D7C5CDC60A}"/>
              </a:ext>
            </a:extLst>
          </p:cNvPr>
          <p:cNvPicPr>
            <a:picLocks noChangeAspect="1"/>
          </p:cNvPicPr>
          <p:nvPr/>
        </p:nvPicPr>
        <p:blipFill>
          <a:blip r:embed="rId2"/>
          <a:stretch>
            <a:fillRect/>
          </a:stretch>
        </p:blipFill>
        <p:spPr>
          <a:xfrm>
            <a:off x="-2054" y="0"/>
            <a:ext cx="12194054" cy="6867142"/>
          </a:xfrm>
          <a:prstGeom prst="rect">
            <a:avLst/>
          </a:prstGeom>
        </p:spPr>
      </p:pic>
      <p:pic>
        <p:nvPicPr>
          <p:cNvPr id="7" name="Picture 6" descr="A robot sitting at a computer&#10;&#10;AI-generated content may be incorrect.">
            <a:extLst>
              <a:ext uri="{FF2B5EF4-FFF2-40B4-BE49-F238E27FC236}">
                <a16:creationId xmlns:a16="http://schemas.microsoft.com/office/drawing/2014/main" id="{26B971F9-D4FE-A534-A31C-E44F40574449}"/>
              </a:ext>
            </a:extLst>
          </p:cNvPr>
          <p:cNvPicPr>
            <a:picLocks noChangeAspect="1"/>
          </p:cNvPicPr>
          <p:nvPr/>
        </p:nvPicPr>
        <p:blipFill>
          <a:blip r:embed="rId3"/>
          <a:stretch>
            <a:fillRect/>
          </a:stretch>
        </p:blipFill>
        <p:spPr>
          <a:xfrm>
            <a:off x="450338" y="1700784"/>
            <a:ext cx="4390401" cy="3681113"/>
          </a:xfrm>
          <a:prstGeom prst="rect">
            <a:avLst/>
          </a:prstGeom>
        </p:spPr>
      </p:pic>
    </p:spTree>
    <p:extLst>
      <p:ext uri="{BB962C8B-B14F-4D97-AF65-F5344CB8AC3E}">
        <p14:creationId xmlns:p14="http://schemas.microsoft.com/office/powerpoint/2010/main" val="361942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diagram&#10;&#10;AI-generated content may be incorrect.">
            <a:extLst>
              <a:ext uri="{FF2B5EF4-FFF2-40B4-BE49-F238E27FC236}">
                <a16:creationId xmlns:a16="http://schemas.microsoft.com/office/drawing/2014/main" id="{5EFB3A11-6D4E-B921-2C4A-4E6C3419BA36}"/>
              </a:ext>
            </a:extLst>
          </p:cNvPr>
          <p:cNvPicPr>
            <a:picLocks noChangeAspect="1"/>
          </p:cNvPicPr>
          <p:nvPr/>
        </p:nvPicPr>
        <p:blipFill>
          <a:blip r:embed="rId2"/>
          <a:stretch>
            <a:fillRect/>
          </a:stretch>
        </p:blipFill>
        <p:spPr>
          <a:xfrm>
            <a:off x="0" y="3371"/>
            <a:ext cx="12192000" cy="6851257"/>
          </a:xfrm>
          <a:prstGeom prst="rect">
            <a:avLst/>
          </a:prstGeom>
        </p:spPr>
      </p:pic>
    </p:spTree>
    <p:extLst>
      <p:ext uri="{BB962C8B-B14F-4D97-AF65-F5344CB8AC3E}">
        <p14:creationId xmlns:p14="http://schemas.microsoft.com/office/powerpoint/2010/main" val="3425073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project&#10;&#10;AI-generated content may be incorrect.">
            <a:extLst>
              <a:ext uri="{FF2B5EF4-FFF2-40B4-BE49-F238E27FC236}">
                <a16:creationId xmlns:a16="http://schemas.microsoft.com/office/drawing/2014/main" id="{77B3DF7E-F136-EDF4-BE7D-1C20C13C9EDE}"/>
              </a:ext>
            </a:extLst>
          </p:cNvPr>
          <p:cNvPicPr>
            <a:picLocks noChangeAspect="1"/>
          </p:cNvPicPr>
          <p:nvPr/>
        </p:nvPicPr>
        <p:blipFill>
          <a:blip r:embed="rId2"/>
          <a:stretch>
            <a:fillRect/>
          </a:stretch>
        </p:blipFill>
        <p:spPr>
          <a:xfrm>
            <a:off x="-22146" y="0"/>
            <a:ext cx="12236294" cy="6858000"/>
          </a:xfrm>
          <a:prstGeom prst="rect">
            <a:avLst/>
          </a:prstGeom>
        </p:spPr>
      </p:pic>
    </p:spTree>
    <p:extLst>
      <p:ext uri="{BB962C8B-B14F-4D97-AF65-F5344CB8AC3E}">
        <p14:creationId xmlns:p14="http://schemas.microsoft.com/office/powerpoint/2010/main" val="3893604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software&#10;&#10;AI-generated content may be incorrect.">
            <a:extLst>
              <a:ext uri="{FF2B5EF4-FFF2-40B4-BE49-F238E27FC236}">
                <a16:creationId xmlns:a16="http://schemas.microsoft.com/office/drawing/2014/main" id="{61FEF7F9-5FC7-6712-8300-3399DAE8489A}"/>
              </a:ext>
            </a:extLst>
          </p:cNvPr>
          <p:cNvPicPr>
            <a:picLocks noChangeAspect="1"/>
          </p:cNvPicPr>
          <p:nvPr/>
        </p:nvPicPr>
        <p:blipFill>
          <a:blip r:embed="rId2"/>
          <a:stretch>
            <a:fillRect/>
          </a:stretch>
        </p:blipFill>
        <p:spPr>
          <a:xfrm>
            <a:off x="0" y="841"/>
            <a:ext cx="12192000" cy="6856318"/>
          </a:xfrm>
          <a:prstGeom prst="rect">
            <a:avLst/>
          </a:prstGeom>
        </p:spPr>
      </p:pic>
    </p:spTree>
    <p:extLst>
      <p:ext uri="{BB962C8B-B14F-4D97-AF65-F5344CB8AC3E}">
        <p14:creationId xmlns:p14="http://schemas.microsoft.com/office/powerpoint/2010/main" val="2443125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black and white clouds&#10;&#10;AI-generated content may be incorrect.">
            <a:extLst>
              <a:ext uri="{FF2B5EF4-FFF2-40B4-BE49-F238E27FC236}">
                <a16:creationId xmlns:a16="http://schemas.microsoft.com/office/drawing/2014/main" id="{7FDD5D47-417E-11E1-E10A-E42E66713F8A}"/>
              </a:ext>
            </a:extLst>
          </p:cNvPr>
          <p:cNvPicPr>
            <a:picLocks noChangeAspect="1"/>
          </p:cNvPicPr>
          <p:nvPr/>
        </p:nvPicPr>
        <p:blipFill>
          <a:blip r:embed="rId3"/>
          <a:stretch>
            <a:fillRect/>
          </a:stretch>
        </p:blipFill>
        <p:spPr>
          <a:xfrm>
            <a:off x="1120" y="0"/>
            <a:ext cx="12189759" cy="6858000"/>
          </a:xfrm>
          <a:prstGeom prst="rect">
            <a:avLst/>
          </a:prstGeom>
        </p:spPr>
      </p:pic>
      <p:graphicFrame>
        <p:nvGraphicFramePr>
          <p:cNvPr id="28" name="Diagram 27">
            <a:extLst>
              <a:ext uri="{FF2B5EF4-FFF2-40B4-BE49-F238E27FC236}">
                <a16:creationId xmlns:a16="http://schemas.microsoft.com/office/drawing/2014/main" id="{69D70A00-61AF-A2D0-3B34-6DE1111328CC}"/>
              </a:ext>
            </a:extLst>
          </p:cNvPr>
          <p:cNvGraphicFramePr/>
          <p:nvPr>
            <p:extLst>
              <p:ext uri="{D42A27DB-BD31-4B8C-83A1-F6EECF244321}">
                <p14:modId xmlns:p14="http://schemas.microsoft.com/office/powerpoint/2010/main" val="648344412"/>
              </p:ext>
            </p:extLst>
          </p:nvPr>
        </p:nvGraphicFramePr>
        <p:xfrm>
          <a:off x="997527" y="1081393"/>
          <a:ext cx="10446328" cy="57034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0" name="Picture 29" descr="A black letter with a white background&#10;&#10;AI-generated content may be incorrect.">
            <a:extLst>
              <a:ext uri="{FF2B5EF4-FFF2-40B4-BE49-F238E27FC236}">
                <a16:creationId xmlns:a16="http://schemas.microsoft.com/office/drawing/2014/main" id="{E6B9E7AE-DAA2-C7C5-EBED-153D6422BC84}"/>
              </a:ext>
            </a:extLst>
          </p:cNvPr>
          <p:cNvPicPr>
            <a:picLocks noChangeAspect="1"/>
          </p:cNvPicPr>
          <p:nvPr/>
        </p:nvPicPr>
        <p:blipFill>
          <a:blip r:embed="rId9"/>
          <a:stretch>
            <a:fillRect/>
          </a:stretch>
        </p:blipFill>
        <p:spPr>
          <a:xfrm>
            <a:off x="4000206" y="465534"/>
            <a:ext cx="4191585" cy="514422"/>
          </a:xfrm>
          <a:prstGeom prst="rect">
            <a:avLst/>
          </a:prstGeom>
        </p:spPr>
      </p:pic>
    </p:spTree>
    <p:extLst>
      <p:ext uri="{BB962C8B-B14F-4D97-AF65-F5344CB8AC3E}">
        <p14:creationId xmlns:p14="http://schemas.microsoft.com/office/powerpoint/2010/main" val="288077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data analysis&#10;&#10;AI-generated content may be incorrect.">
            <a:extLst>
              <a:ext uri="{FF2B5EF4-FFF2-40B4-BE49-F238E27FC236}">
                <a16:creationId xmlns:a16="http://schemas.microsoft.com/office/drawing/2014/main" id="{F818D054-177A-E9E5-BC54-A32059162C97}"/>
              </a:ext>
            </a:extLst>
          </p:cNvPr>
          <p:cNvPicPr>
            <a:picLocks noChangeAspect="1"/>
          </p:cNvPicPr>
          <p:nvPr/>
        </p:nvPicPr>
        <p:blipFill>
          <a:blip r:embed="rId2"/>
          <a:stretch>
            <a:fillRect/>
          </a:stretch>
        </p:blipFill>
        <p:spPr>
          <a:xfrm>
            <a:off x="0" y="0"/>
            <a:ext cx="12184910" cy="6858000"/>
          </a:xfrm>
          <a:prstGeom prst="rect">
            <a:avLst/>
          </a:prstGeom>
        </p:spPr>
      </p:pic>
    </p:spTree>
    <p:extLst>
      <p:ext uri="{BB962C8B-B14F-4D97-AF65-F5344CB8AC3E}">
        <p14:creationId xmlns:p14="http://schemas.microsoft.com/office/powerpoint/2010/main" val="3104668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 shot of a computer screen&#10;&#10;AI-generated content may be incorrect.">
            <a:extLst>
              <a:ext uri="{FF2B5EF4-FFF2-40B4-BE49-F238E27FC236}">
                <a16:creationId xmlns:a16="http://schemas.microsoft.com/office/drawing/2014/main" id="{A3A33B14-930E-AC72-02D0-CBD42B78DC98}"/>
              </a:ext>
            </a:extLst>
          </p:cNvPr>
          <p:cNvPicPr>
            <a:picLocks noChangeAspect="1"/>
          </p:cNvPicPr>
          <p:nvPr/>
        </p:nvPicPr>
        <p:blipFill>
          <a:blip r:embed="rId3"/>
          <a:stretch>
            <a:fillRect/>
          </a:stretch>
        </p:blipFill>
        <p:spPr>
          <a:xfrm>
            <a:off x="0" y="0"/>
            <a:ext cx="12192000" cy="6858000"/>
          </a:xfrm>
          <a:prstGeom prst="rect">
            <a:avLst/>
          </a:prstGeom>
        </p:spPr>
      </p:pic>
      <p:pic>
        <p:nvPicPr>
          <p:cNvPr id="9" name="Picture 8" descr="A bar graph with text&#10;&#10;AI-generated content may be incorrect.">
            <a:extLst>
              <a:ext uri="{FF2B5EF4-FFF2-40B4-BE49-F238E27FC236}">
                <a16:creationId xmlns:a16="http://schemas.microsoft.com/office/drawing/2014/main" id="{40360B0F-5C1A-48A1-1BD9-6C9DC582F8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33" y="848952"/>
            <a:ext cx="3537230" cy="2905125"/>
          </a:xfrm>
          <a:prstGeom prst="rect">
            <a:avLst/>
          </a:prstGeom>
        </p:spPr>
      </p:pic>
      <p:pic>
        <p:nvPicPr>
          <p:cNvPr id="11" name="Picture 10" descr="A bar graph with green rectangular bars&#10;&#10;AI-generated content may be incorrect.">
            <a:extLst>
              <a:ext uri="{FF2B5EF4-FFF2-40B4-BE49-F238E27FC236}">
                <a16:creationId xmlns:a16="http://schemas.microsoft.com/office/drawing/2014/main" id="{C2A3C2FD-6329-3DF3-8E65-D6438B3FAB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44545" y="848951"/>
            <a:ext cx="3850836" cy="2905125"/>
          </a:xfrm>
          <a:prstGeom prst="rect">
            <a:avLst/>
          </a:prstGeom>
        </p:spPr>
      </p:pic>
      <p:pic>
        <p:nvPicPr>
          <p:cNvPr id="13" name="Picture 12" descr="A graph of a number of pink bars&#10;&#10;AI-generated content may be incorrect.">
            <a:extLst>
              <a:ext uri="{FF2B5EF4-FFF2-40B4-BE49-F238E27FC236}">
                <a16:creationId xmlns:a16="http://schemas.microsoft.com/office/drawing/2014/main" id="{FED0A2AC-5F89-ED1F-C548-3B5767915E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54263" y="848953"/>
            <a:ext cx="3537229" cy="2905125"/>
          </a:xfrm>
          <a:prstGeom prst="rect">
            <a:avLst/>
          </a:prstGeom>
        </p:spPr>
      </p:pic>
    </p:spTree>
    <p:extLst>
      <p:ext uri="{BB962C8B-B14F-4D97-AF65-F5344CB8AC3E}">
        <p14:creationId xmlns:p14="http://schemas.microsoft.com/office/powerpoint/2010/main" val="4233154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10;&#10;AI-generated content may be incorrect.">
            <a:extLst>
              <a:ext uri="{FF2B5EF4-FFF2-40B4-BE49-F238E27FC236}">
                <a16:creationId xmlns:a16="http://schemas.microsoft.com/office/drawing/2014/main" id="{AD5E06CF-8B30-6841-725B-CB6D253E1289}"/>
              </a:ext>
            </a:extLst>
          </p:cNvPr>
          <p:cNvPicPr>
            <a:picLocks noChangeAspect="1"/>
          </p:cNvPicPr>
          <p:nvPr/>
        </p:nvPicPr>
        <p:blipFill>
          <a:blip r:embed="rId2"/>
          <a:stretch>
            <a:fillRect/>
          </a:stretch>
        </p:blipFill>
        <p:spPr>
          <a:xfrm>
            <a:off x="1120" y="0"/>
            <a:ext cx="12189759" cy="6858000"/>
          </a:xfrm>
          <a:prstGeom prst="rect">
            <a:avLst/>
          </a:prstGeom>
        </p:spPr>
      </p:pic>
    </p:spTree>
    <p:extLst>
      <p:ext uri="{BB962C8B-B14F-4D97-AF65-F5344CB8AC3E}">
        <p14:creationId xmlns:p14="http://schemas.microsoft.com/office/powerpoint/2010/main" val="308815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A244994-599A-7AED-85B1-1F98F77F5BDF}"/>
              </a:ext>
            </a:extLst>
          </p:cNvPr>
          <p:cNvPicPr>
            <a:picLocks noChangeAspect="1"/>
          </p:cNvPicPr>
          <p:nvPr/>
        </p:nvPicPr>
        <p:blipFill>
          <a:blip r:embed="rId2"/>
          <a:stretch>
            <a:fillRect/>
          </a:stretch>
        </p:blipFill>
        <p:spPr>
          <a:xfrm>
            <a:off x="0" y="3149"/>
            <a:ext cx="12192000" cy="6851702"/>
          </a:xfrm>
          <a:prstGeom prst="rect">
            <a:avLst/>
          </a:prstGeom>
        </p:spPr>
      </p:pic>
    </p:spTree>
    <p:extLst>
      <p:ext uri="{BB962C8B-B14F-4D97-AF65-F5344CB8AC3E}">
        <p14:creationId xmlns:p14="http://schemas.microsoft.com/office/powerpoint/2010/main" val="1522768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180</Words>
  <Application>Microsoft Office PowerPoint</Application>
  <PresentationFormat>Widescreen</PresentationFormat>
  <Paragraphs>11</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Hazan</dc:creator>
  <cp:lastModifiedBy>Amit Hazan</cp:lastModifiedBy>
  <cp:revision>6</cp:revision>
  <dcterms:created xsi:type="dcterms:W3CDTF">2025-12-20T09:33:12Z</dcterms:created>
  <dcterms:modified xsi:type="dcterms:W3CDTF">2025-12-25T11:42:19Z</dcterms:modified>
</cp:coreProperties>
</file>